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Telecom Customer Retention Optimization using MMM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Project: Integrating Churn Propensity Modeling with Market Mix Modeling (MMM)</a:t>
            </a:r>
          </a:p>
          <a:p>
            <a:pPr/>
            <a:r>
              <a:t>Objective: Reduce churn and maximize long-term customer value through data-driven budget allocation</a:t>
            </a:r>
          </a:p>
          <a:p>
            <a:pPr/>
            <a:r>
              <a:t>Scope: Multi-channel retention (App, SMS, Call Center, Email, Discounts)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Rising churn with increasing retention spend</a:t>
            </a:r>
          </a:p>
          <a:p>
            <a:pPr/>
            <a:r>
              <a:t>Limited visibility into which channels and offers truly drive incremental retention</a:t>
            </a:r>
          </a:p>
          <a:p>
            <a:pPr/>
            <a:r>
              <a:t>Need for a causal, ROI-driven framework for budget allocation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Customer Data: Usage, ARPU, Complaints, Network KPIs, Tenure</a:t>
            </a:r>
          </a:p>
          <a:p>
            <a:pPr/>
            <a:r>
              <a:t>Churn Propensity Model → Risk Segmentation</a:t>
            </a:r>
          </a:p>
          <a:p>
            <a:pPr/>
            <a:r>
              <a:t>Targeted Campaigns → Market Mix Model → ROI &amp; Optimization → CRM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Granularity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Granularity: Customer-level for churn; Weekly/Monthly for MMM</a:t>
            </a:r>
          </a:p>
          <a:p>
            <a:pPr/>
            <a:r>
              <a:t>Internal Variables: Usage, ARPU, Tenure, Complaints, Network Quality, Offer History</a:t>
            </a:r>
          </a:p>
          <a:p>
            <a:pPr/>
            <a:r>
              <a:t>External Variables: Price changes, Competitor activity, Seasonality, Regional factors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Propensity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Objective: Predict probability of churn at customer level</a:t>
            </a:r>
          </a:p>
          <a:p>
            <a:pPr/>
            <a:r>
              <a:t>Segmentation: High (&gt;0.7), Medium (0.4–0.7), Low (&lt;0.4)</a:t>
            </a:r>
          </a:p>
          <a:p>
            <a:pPr/>
            <a:r>
              <a:t>Outcome: Targeted offers and channel selection by risk tier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Mix Modeling (MMM)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Model: Retention = Base + Marketing + Price + Network + Seasonality + Competition</a:t>
            </a:r>
          </a:p>
          <a:p>
            <a:pPr/>
            <a:r>
              <a:t>Enhancements: Adstock for lagged effects; Saturation for diminishing returns</a:t>
            </a:r>
          </a:p>
          <a:p>
            <a:pPr/>
            <a:r>
              <a:t>Controls: Non-marketing drivers to isolate causal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and CLV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ROI = Incremental Revenue / Campaign Cost</a:t>
            </a:r>
          </a:p>
          <a:p>
            <a:pPr/>
            <a:r>
              <a:t>Advanced: ROI based on Incremental Customer Lifetime Value (CLV)</a:t>
            </a:r>
          </a:p>
          <a:p>
            <a:pPr/>
            <a:r>
              <a:t>Purpose: Optimize for long-term profitability, not short-term gains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Objective: Maximize retention impact under fixed budget</a:t>
            </a:r>
          </a:p>
          <a:p>
            <a:pPr/>
            <a:r>
              <a:t>Constraints: Channel capacity, contact frequency caps, regulatory rules</a:t>
            </a:r>
          </a:p>
          <a:p>
            <a:pPr/>
            <a:r>
              <a:t>Result: Reallocation from low-ROI to high-ROI channels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Marketing KPIs: Channel ROI, Cost per retained customer, Saturation points</a:t>
            </a:r>
          </a:p>
          <a:p>
            <a:pPr/>
            <a:r>
              <a:t>Executive KPIs: Net Revenue Retention, ARPU uplift, CLV growth, Payback period</a:t>
            </a:r>
          </a:p>
          <a:p>
            <a:pPr/>
            <a:r>
              <a:t>Governance: Quarterly recalibration and dashboard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Improved budget efficiency via data-driven allocation</a:t>
            </a:r>
          </a:p>
          <a:p>
            <a:pPr/>
            <a:r>
              <a:t>Reduced unnecessary contact volume and operational cost</a:t>
            </a:r>
          </a:p>
          <a:p>
            <a:pPr/>
            <a:r>
              <a:t>Increased long-term customer value and retention</a:t>
            </a:r>
          </a:p>
          <a:p>
            <a:pPr/>
            <a:r>
              <a:t>Production deployment into CRM and campaign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